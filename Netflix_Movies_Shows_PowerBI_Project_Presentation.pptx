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0914"/>
                </a:solidFill>
                <a:latin typeface="Arial"/>
              </a:defRPr>
            </a:pPr>
            <a:r>
              <a:t>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Aptos Display"/>
              </a:defRPr>
            </a:pPr>
            <a:r>
              <a:t>Movies &amp; Shows</a:t>
            </a:r>
            <a:br/>
            <a:r>
              <a:t>Data 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B2BC"/>
                </a:solidFill>
              </a:defRPr>
            </a:pPr>
            <a:r>
              <a:t>Power BI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5F7FA"/>
                </a:solidFill>
              </a:defRPr>
            </a:pPr>
            <a:r>
              <a:t>Interactive analysis of Netflix content, ratings, popularity, audience categories and release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A Power BI dashboard built to explore Netflix movie and TV show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0292" cy="1463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5,283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Movie and TV show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50292" cy="146304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CONTENT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Movies and TV Shows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50292" cy="146304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35915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Interactive dashboard and DAX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Reviewed and prepared the raw Netflix dataset.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Cleaned and transformed data before visualization.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Created calculated fields and analytical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Built an interactive dashboard for content exploration.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Data Preparation &amp;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Data was prepared before building the final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50292" cy="17373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Imported and reviewed the Netflix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50292" cy="173736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447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013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13432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Prepared fields and handled data-quality issues.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25880"/>
            <a:ext cx="347472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325880"/>
            <a:ext cx="50292" cy="173736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4447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8013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Calculated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13432"/>
            <a:ext cx="3200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Created additional fields/categories for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Power Query was used for data preparation and transformation.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Created Rating*Votes from IMDb score × IMDb votes.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Created runtime_hrs using DAX by converting runtime minutes to hours.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Created additional categories used by the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Interactive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Final dashboard created for exploration and storytelling.</a:t>
            </a:r>
          </a:p>
        </p:txBody>
      </p:sp>
      <p:pic>
        <p:nvPicPr>
          <p:cNvPr id="5" name="Picture 4" descr="5ee4d696-0442-4b47-808c-a367615b7e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07" y="1051560"/>
            <a:ext cx="9428479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Dashboard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High-level metrics provide a quick view of the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060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TOTAL TITLES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470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5.283K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9152"/>
            <a:ext cx="2331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All 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TOTAL MOVIES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470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3.407K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59152"/>
            <a:ext cx="2331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Movie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060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TOTAL TV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1.876K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31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TV show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371600"/>
            <a:ext cx="26060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AVG. IMDb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1847088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7.00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359152"/>
            <a:ext cx="2331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Dashboard average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Movies form the larger share of the content mix.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dashboard separates Movies and Shows for interactive analysis.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KPI cards summarize the dataset before detailed visual exploration.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Content Mix &amp; Release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Visuals used to understand portfolio distribution and changes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CONTENT BY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64% MOVIE | 36%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Donut chart showing the content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CONTENT OVER THE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Release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Year-wise content count for Movies and Shows.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dashboard clearly separates the movie and show content mix.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Content volume is substantially higher in the later years shown.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trend visual supports year-wise exploration of content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Popularity &amp; Rating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Additional analysis created from IMDb-based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CONTENT BY POPULARITY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Popularity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Low, Medium, High and Unknown categories based on the project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CONTENT BY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IMDb rating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High, Medium and Low rating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Popularity categories help segment titles by audience voting volume.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Rating categories summarize the distribution of IMDb scores.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Together, the visuals provide a compact view of title performance indicators.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Audience &amp; Title-Level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Moving from aggregate metrics to audience categories and individual titles.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AUDIENCE BY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Audience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Unknown, Adult, Teen and Kids/Family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TITLE-LEVEL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Top titles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9152"/>
            <a:ext cx="4983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Title, average IMDb score, average IMDb votes and IMDb link.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Audience categories add another dimension to content classification.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table supports title-level inspection rather than only aggregate analysis.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IMDb links provide direct reference for individual titles.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Interactive Slicers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Users can dynamically change the dashboard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SLICER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154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Dropdown filter for Movies / Shows.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SLICER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Rating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3154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Filter the dashboard by rating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2900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90472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SLICER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47088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Release 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59152"/>
            <a:ext cx="3154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Filter content by release-era category.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Slicers make the dashboard interactive rather than static.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Changing a filter updates connected visuals for segment-level exploration.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 screen recording was prepared to demonstrate the slicer interaction.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Key Dashboard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Observations are taken directly from the final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dataset contains 5.283K titles: 3.407K movies and 1.876K TV shows.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Movies account for 64% of the displayed content mix; shows account for 36%.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dashboard displays an average IMDb rating of 7.00.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release trend shows much higher content volume in later years than in early years.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dashboard combines KPIs, category analysis, trends and title-level details in one interactive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Tools &amp; 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Technical skills applied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50292" cy="1143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Dashboard design, visuals and interactivity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32588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79" y="1325880"/>
            <a:ext cx="50292" cy="11430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4475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Power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0136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537959" y="231343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Data cleaning and transformation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743200"/>
            <a:ext cx="50292" cy="1143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6207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DAX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1868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Calculated runtime_hrs column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74320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743200"/>
            <a:ext cx="50292" cy="11430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286207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Data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21868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37959" y="373075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KPIs, trends and categories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16052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160520"/>
            <a:ext cx="50292" cy="1143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2793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3600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60120" y="514807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Charts, cards and tables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79" y="4160520"/>
            <a:ext cx="5074920" cy="11430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79" y="4160520"/>
            <a:ext cx="50292" cy="11430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42793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Dashboard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463600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537959" y="5148072"/>
            <a:ext cx="48006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Layout, formatting and slicers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2BC"/>
                </a:solidFill>
                <a:latin typeface="Aptos"/>
              </a:defRPr>
            </a:pPr>
            <a:r>
              <a:t>Portfolio-ready materials prepared for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918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Power BI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Interactive .pbix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F5A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04872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Project explanation and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291840" cy="1828800"/>
          </a:xfrm>
          <a:prstGeom prst="roundRect">
            <a:avLst/>
          </a:prstGeom>
          <a:solidFill>
            <a:srgbClr val="161B22"/>
          </a:solidFill>
          <a:ln>
            <a:solidFill>
              <a:srgbClr val="30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50292" cy="1828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361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AB2BC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928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 Display"/>
              </a:defRPr>
            </a:pPr>
            <a:r>
              <a:t>Screen Recording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04872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AB2BC"/>
                </a:solidFill>
              </a:defRPr>
            </a:pPr>
            <a:r>
              <a:t>Demonstration of dashboard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Dashboard screenshot can be used as the visual preview.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Power BI file, presentation and recording can be shared as supporting project materials.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AAB2BC"/>
                </a:solidFill>
              </a:defRPr>
            </a:pPr>
            <a:r>
              <a:t>Netflix Movies &amp; Shows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49039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50914"/>
                </a:solidFill>
              </a:defRPr>
            </a:pPr>
            <a:r>
              <a:t>Power BI • Power Query • DAX •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2B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